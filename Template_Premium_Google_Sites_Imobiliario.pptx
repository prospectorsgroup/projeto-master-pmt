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NOME DO EMPREENDIMENTO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731520"/>
            <a:ext cx="320040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INFORMAÇÕES</a:t>
            </a:r>
          </a:p>
          <a:p>
            <a:pPr>
              <a:defRPr sz="1400"/>
            </a:pPr>
            <a:r>
              <a:t>Construtora:</a:t>
            </a:r>
          </a:p>
          <a:p>
            <a:pPr>
              <a:defRPr sz="1400"/>
            </a:pPr>
            <a:r>
              <a:t>Metragem:</a:t>
            </a:r>
          </a:p>
          <a:p>
            <a:pPr>
              <a:defRPr sz="1400"/>
            </a:pPr>
            <a:r>
              <a:t>Dormitórios:</a:t>
            </a:r>
          </a:p>
          <a:p>
            <a:pPr>
              <a:defRPr sz="1400"/>
            </a:pPr>
            <a:r>
              <a:t>Vagas:</a:t>
            </a:r>
          </a:p>
          <a:p>
            <a:pPr>
              <a:defRPr sz="1400"/>
            </a:pPr>
            <a:r>
              <a:t>Valor:</a:t>
            </a:r>
          </a:p>
          <a:p>
            <a:pPr>
              <a:defRPr sz="1400"/>
            </a:pPr>
            <a:r>
              <a:t>Entrega: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731520"/>
            <a:ext cx="38404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FOTO</a:t>
            </a:r>
          </a:p>
          <a:p>
            <a:r>
              <a:t>[Inserir Foto]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731520"/>
            <a:ext cx="34747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VÍDEO</a:t>
            </a:r>
          </a:p>
          <a:p>
            <a:r>
              <a:t>▶ ASSISTIR VÍDEO</a:t>
            </a:r>
            <a:br/>
            <a:r>
              <a:t>(Substitua pelo link)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394960"/>
            <a:ext cx="1115568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CORRETOR: __________________   |   CRECI: ____________</a:t>
            </a:r>
          </a:p>
          <a:p>
            <a:r>
              <a:t>WhatsApp: https://wa.me/55XXXXXXXXXXX?text=Olá! Gostaria de mais informações.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